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A8D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/>
            </a:pPr>
            <a:r>
              <a:t>北京3日游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春日漫游 · 探寻古今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🌸 春天来北京赴一场穿越古今的约会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0A8DF"/>
                </a:solidFill>
              </a:defRPr>
            </a:pPr>
            <a:r>
              <a:t>📍 第一站：天安门广场 &amp; 故宫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/>
          <a:p>
            <a:pPr>
              <a:defRPr sz="1800"/>
            </a:pPr>
            <a:r>
              <a:t>🎫 门票：免费（广场）/ 60元（故宫）</a:t>
            </a:r>
          </a:p>
          <a:p>
            <a:pPr>
              <a:defRPr sz="1800"/>
            </a:pPr>
            <a:r>
              <a:t>⏰ 建议游览：2-3小时</a:t>
            </a:r>
          </a:p>
          <a:p>
            <a:pPr>
              <a:defRPr sz="1800"/>
            </a:pPr>
            <a:r>
              <a:t>👣 亮点：升旗仪式、胡同穿越</a:t>
            </a:r>
          </a:p>
          <a:p>
            <a:pPr>
              <a:defRPr sz="1800"/>
            </a:pPr>
            <a:r>
              <a:t>📸 拍照：午门、太和殿</a:t>
            </a:r>
          </a:p>
          <a:p>
            <a:pPr>
              <a:defRPr sz="1800"/>
            </a:pPr>
            <a:r>
              <a:t>🍜 美食：四季民福烤鸭店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💡 小贴士</a:t>
            </a:r>
          </a:p>
          <a:p>
            <a:pPr>
              <a:defRPr sz="1600"/>
            </a:pPr>
            <a:r>
              <a:t>建议早起看升旗，故宫需提前预约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B57"/>
                </a:solidFill>
              </a:defRPr>
            </a:pPr>
            <a:r>
              <a:t>Day 2：八达岭长城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🏔️ 第二站：八达岭长城</a:t>
            </a:r>
          </a:p>
          <a:p>
            <a:pPr>
              <a:defRPr sz="1800" b="0"/>
            </a:pPr>
          </a:p>
          <a:p>
            <a:pPr>
              <a:defRPr sz="1800" b="0"/>
            </a:pPr>
            <a:r>
              <a:t>🎫 门票：40元（学生20元）</a:t>
            </a:r>
          </a:p>
          <a:p>
            <a:pPr>
              <a:defRPr sz="1800" b="0"/>
            </a:pPr>
            <a:r>
              <a:t>⏰ 建议游览：3-4小时</a:t>
            </a:r>
          </a:p>
          <a:p>
            <a:pPr>
              <a:defRPr sz="1800" b="0"/>
            </a:pPr>
            <a:r>
              <a:t>👣 亮点：登长城做好汉</a:t>
            </a:r>
          </a:p>
          <a:p>
            <a:pPr>
              <a:defRPr sz="1800" b="0"/>
            </a:pPr>
            <a:r>
              <a:t>🚠 索道：单程100元</a:t>
            </a:r>
          </a:p>
          <a:p>
            <a:pPr>
              <a:defRPr sz="1800" b="0"/>
            </a:pPr>
            <a:r>
              <a:t>🧗 难度：南坡较缓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💡 小贴士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7F50"/>
                </a:solidFill>
              </a:defRPr>
            </a:pPr>
            <a:r>
              <a:t>Day 3：后海酒吧街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🍺 第三站：后海酒吧街</a:t>
            </a:r>
          </a:p>
          <a:p>
            <a:pPr>
              <a:defRPr sz="1800" b="0"/>
            </a:pPr>
          </a:p>
          <a:p>
            <a:pPr>
              <a:defRPr sz="1800" b="0"/>
            </a:pPr>
            <a:r>
              <a:t>🎫 门票：免费</a:t>
            </a:r>
          </a:p>
          <a:p>
            <a:pPr>
              <a:defRPr sz="1800" b="0"/>
            </a:pPr>
            <a:r>
              <a:t>⏰ 最佳时段：18:00-24:00</a:t>
            </a:r>
          </a:p>
          <a:p>
            <a:pPr>
              <a:defRPr sz="1800" b="0"/>
            </a:pPr>
            <a:r>
              <a:t>👣 亮点：胡同文艺</a:t>
            </a:r>
          </a:p>
          <a:p>
            <a:pPr>
              <a:defRPr sz="1800" b="0"/>
            </a:pPr>
            <a:r>
              <a:t>☕ 咖啡：%arabica</a:t>
            </a:r>
          </a:p>
          <a:p>
            <a:pPr>
              <a:defRPr sz="1800" b="0"/>
            </a:pPr>
            <a:r>
              <a:t>🚲 伴行：骑单车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💡 小贴士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